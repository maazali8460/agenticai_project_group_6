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36DFC-0B59-49D0-9B7B-37649EE96C96}" v="65" dt="2026-05-05T18:19:01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13E3F-7DC1-40A4-ADF9-90B5CCD25F5B}" type="datetimeFigureOut"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11564-35ED-4C6D-8295-F5554B62132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80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097280"/>
            <a:ext cx="2011680" cy="2011680"/>
          </a:xfrm>
          <a:prstGeom prst="ellipse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Video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System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09728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Semester Project 2026 — Group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Abdul Momin  ·  Hamza Naveed  ·  Maaz Ali     ·  Huzaifa Nasir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May 6, 2026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0C0F97-EB5F-5B91-979B-6B35AD8D5F5C}"/>
              </a:ext>
            </a:extLst>
          </p:cNvPr>
          <p:cNvSpPr txBox="1"/>
          <p:nvPr/>
        </p:nvSpPr>
        <p:spPr>
          <a:xfrm>
            <a:off x="461211" y="3975434"/>
            <a:ext cx="45720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E8F4FD"/>
                </a:solidFill>
                <a:latin typeface="Calibri"/>
              </a:rPr>
              <a:t>   22i-1326        </a:t>
            </a:r>
            <a:r>
              <a:rPr lang="en-US" sz="1200" b="0" i="0" u="none" strike="noStrike" baseline="0">
                <a:solidFill>
                  <a:srgbClr val="E8F4FD"/>
                </a:solidFill>
                <a:latin typeface="Calibri"/>
              </a:rPr>
              <a:t>· </a:t>
            </a:r>
            <a:r>
              <a:rPr lang="en-US" sz="1200">
                <a:solidFill>
                  <a:srgbClr val="E8F4FD"/>
                </a:solidFill>
                <a:latin typeface="Calibri"/>
              </a:rPr>
              <a:t>       22i-0961       </a:t>
            </a:r>
            <a:r>
              <a:rPr lang="en-US" sz="1200" b="0" i="0" u="none" strike="noStrike" baseline="0">
                <a:solidFill>
                  <a:srgbClr val="E8F4FD"/>
                </a:solidFill>
                <a:latin typeface="Calibri"/>
              </a:rPr>
              <a:t>· </a:t>
            </a:r>
            <a:r>
              <a:rPr lang="en-US" sz="1200">
                <a:solidFill>
                  <a:srgbClr val="E8F4FD"/>
                </a:solidFill>
                <a:latin typeface="Calibri"/>
              </a:rPr>
              <a:t> 22i-1043.   ·</a:t>
            </a:r>
            <a:r>
              <a:rPr lang="en-US" sz="1200" b="0" i="0" u="none" strike="noStrike" baseline="0">
                <a:solidFill>
                  <a:srgbClr val="E8F4FD"/>
                </a:solidFill>
                <a:latin typeface="Calibri"/>
              </a:rPr>
              <a:t> </a:t>
            </a:r>
            <a:r>
              <a:rPr lang="en-US" sz="1200">
                <a:solidFill>
                  <a:srgbClr val="E8F4FD"/>
                </a:solidFill>
                <a:latin typeface="Calibri"/>
              </a:rPr>
              <a:t> 22i-1053</a:t>
            </a:r>
            <a:endParaRPr lang="en-US" sz="1200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64008" cy="3200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85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animated films require: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specialists (writers, voice actors, animators, editors)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production timelines &amp; high budgets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accessibility for solo creators or small teams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natural-language prompt → fully composited animated MP4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agentic pipeline with 5 modular phases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Phase-level control, live progress updates &amp; natural-language editing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08760" cy="3200400"/>
          </a:xfrm>
          <a:prstGeom prst="rect">
            <a:avLst/>
          </a:prstGeom>
          <a:solidFill>
            <a:srgbClr val="162438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8660" y="960120"/>
            <a:ext cx="640080" cy="6400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866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&amp; 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(Groq llama-3.3-70b)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01368" y="1965960"/>
            <a:ext cx="192024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868680"/>
            <a:ext cx="1508760" cy="3200400"/>
          </a:xfrm>
          <a:prstGeom prst="rect">
            <a:avLst/>
          </a:prstGeom>
          <a:solidFill>
            <a:srgbClr val="162438"/>
          </a:solidFill>
          <a:ln w="19050">
            <a:solidFill>
              <a:srgbClr val="00A8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6020" y="960120"/>
            <a:ext cx="640080" cy="640080"/>
          </a:xfrm>
          <a:prstGeom prst="ellipse">
            <a:avLst/>
          </a:prstGeom>
          <a:solidFill>
            <a:srgbClr val="00A8B0"/>
          </a:solidFill>
          <a:ln w="12700">
            <a:solidFill>
              <a:srgbClr val="00A8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602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1168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Generation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2514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+ BGM Mixing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(ElevenLabs)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38728" y="1965960"/>
            <a:ext cx="192024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868680"/>
            <a:ext cx="1508760" cy="3200400"/>
          </a:xfrm>
          <a:prstGeom prst="rect">
            <a:avLst/>
          </a:prstGeom>
          <a:solidFill>
            <a:srgbClr val="162438"/>
          </a:solidFill>
          <a:ln w="19050">
            <a:solidFill>
              <a:srgbClr val="0088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83380" y="960120"/>
            <a:ext cx="640080" cy="640080"/>
          </a:xfrm>
          <a:prstGeom prst="ellipse">
            <a:avLst/>
          </a:prstGeom>
          <a:solidFill>
            <a:srgbClr val="0088A0"/>
          </a:solidFill>
          <a:ln w="12700">
            <a:solidFill>
              <a:srgbClr val="008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338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4904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Composition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2514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+ FFmpeg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(Pollinations)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76088" y="1965960"/>
            <a:ext cx="192024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868680"/>
            <a:ext cx="1508760" cy="3200400"/>
          </a:xfrm>
          <a:prstGeom prst="rect">
            <a:avLst/>
          </a:prstGeom>
          <a:solidFill>
            <a:srgbClr val="162438"/>
          </a:solidFill>
          <a:ln w="19050">
            <a:solidFill>
              <a:srgbClr val="0068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20740" y="960120"/>
            <a:ext cx="640080" cy="640080"/>
          </a:xfrm>
          <a:prstGeom prst="ellipse">
            <a:avLst/>
          </a:prstGeom>
          <a:solidFill>
            <a:srgbClr val="006880"/>
          </a:solidFill>
          <a:ln w="12700">
            <a:solidFill>
              <a:srgbClr val="0068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074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2514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013448" y="1965960"/>
            <a:ext cx="192024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868680"/>
            <a:ext cx="1508760" cy="3200400"/>
          </a:xfrm>
          <a:prstGeom prst="rect">
            <a:avLst/>
          </a:prstGeom>
          <a:solidFill>
            <a:srgbClr val="162438"/>
          </a:solidFill>
          <a:ln w="1905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58100" y="9601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5810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22376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2376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Agent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23760" y="2514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Undo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JSON State — single schema connecting all phases via Pydantic-validated PipelineState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JSON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5943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ID, timestamps, schema version, total duration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4114800" cy="5943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81912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Logline, synopsis, tone, target duration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95144"/>
            <a:ext cx="4114800" cy="5943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95144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40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587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roster with voice &amp; visual profiles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4114800" cy="5943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08376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54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300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scenes with visual prompts &amp; dialogue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4114800" cy="5943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68680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914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1161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Per-line assets, BGM tracks, timing manifest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581912"/>
            <a:ext cx="4114800" cy="5943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581912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1874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assets, subtitle data, final MP4 path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295144"/>
            <a:ext cx="4114800" cy="5943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295144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340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2587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 &amp; snapshot metadata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008376"/>
            <a:ext cx="4114800" cy="5943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008376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054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3300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map for phase progress &amp; errors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2 — Script &amp; Audio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931920"/>
          </a:xfrm>
          <a:prstGeom prst="rect">
            <a:avLst/>
          </a:prstGeom>
          <a:solidFill>
            <a:srgbClr val="162438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Story &amp; Script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Groq-hosted LLM (llama-3.3-70b-versatile)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scenes, 15–45 seconds total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characters with consistent voice &amp; visual profiles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dialogue linked to character IDs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 moods from controlled vocabulary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repair pass for LLM drift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023360" cy="3931920"/>
          </a:xfrm>
          <a:prstGeom prst="rect">
            <a:avLst/>
          </a:prstGeom>
          <a:solidFill>
            <a:srgbClr val="162438"/>
          </a:solidFill>
          <a:ln w="19050">
            <a:solidFill>
              <a:srgbClr val="00A8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896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Audio Generation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synthesis per dialogue line (ElevenLabs)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 for TTS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manifest with start/end timestamps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 selection by scene mood from local library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gain controls for dialogue/BGM mix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per-line → scene mix → final audio track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&amp; 4 — Video &amp; Web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931920"/>
          </a:xfrm>
          <a:prstGeom prst="rect">
            <a:avLst/>
          </a:prstGeom>
          <a:solidFill>
            <a:srgbClr val="162438"/>
          </a:solidFill>
          <a:ln w="19050">
            <a:solidFill>
              <a:srgbClr val="0088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Video Composition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via Pollinations API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Per-speaker image prompts for character consistency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Burns animation + FFmpeg concatenation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Wav2Lip lip-sync integration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generation &amp; burn-in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assets + final MP4 stored to disk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023360" cy="3931920"/>
          </a:xfrm>
          <a:prstGeom prst="rect">
            <a:avLst/>
          </a:prstGeom>
          <a:solidFill>
            <a:srgbClr val="162438"/>
          </a:solidFill>
          <a:ln w="19050">
            <a:solidFill>
              <a:srgbClr val="0068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896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Web Interface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with SSE live progress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Per-phase &amp; full-pipeline run endpoints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preview panel in browser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undo interfaces built-in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job store with state retrieval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Edit Agent with Undo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463040" cy="1005840"/>
          </a:xfrm>
          <a:prstGeom prst="rect">
            <a:avLst/>
          </a:prstGeom>
          <a:solidFill>
            <a:srgbClr val="162438"/>
          </a:solidFill>
          <a:ln w="254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47088" y="1280160"/>
            <a:ext cx="21945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4832" y="822960"/>
            <a:ext cx="1463040" cy="1005840"/>
          </a:xfrm>
          <a:prstGeom prst="rect">
            <a:avLst/>
          </a:prstGeom>
          <a:solidFill>
            <a:srgbClr val="162438"/>
          </a:solidFill>
          <a:ln w="254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84832" y="8229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280160"/>
            <a:ext cx="21945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822960"/>
            <a:ext cx="1463040" cy="1005840"/>
          </a:xfrm>
          <a:prstGeom prst="rect">
            <a:avLst/>
          </a:prstGeom>
          <a:solidFill>
            <a:srgbClr val="162438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03904" y="8229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85232" y="1280160"/>
            <a:ext cx="21945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22976" y="822960"/>
            <a:ext cx="1463040" cy="1005840"/>
          </a:xfrm>
          <a:prstGeom prst="rect">
            <a:avLst/>
          </a:prstGeom>
          <a:solidFill>
            <a:srgbClr val="162438"/>
          </a:solidFill>
          <a:ln w="254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22976" y="8229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04304" y="1280160"/>
            <a:ext cx="21945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42048" y="822960"/>
            <a:ext cx="1463040" cy="1005840"/>
          </a:xfrm>
          <a:prstGeom prst="rect">
            <a:avLst/>
          </a:prstGeom>
          <a:solidFill>
            <a:srgbClr val="162438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42048" y="8229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Undo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Targets: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423160"/>
            <a:ext cx="4023360" cy="777240"/>
          </a:xfrm>
          <a:prstGeom prst="rect">
            <a:avLst/>
          </a:prstGeom>
          <a:solidFill>
            <a:srgbClr val="162438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423160"/>
            <a:ext cx="64008" cy="7772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96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2807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voice tone, rerun TTS generation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4023360" cy="777240"/>
          </a:xfrm>
          <a:prstGeom prst="rect">
            <a:avLst/>
          </a:prstGeom>
          <a:solidFill>
            <a:srgbClr val="162438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337560"/>
            <a:ext cx="64008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410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video_frame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721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character/scene visuals, delete cached images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423160"/>
            <a:ext cx="4023360" cy="777240"/>
          </a:xfrm>
          <a:prstGeom prst="rect">
            <a:avLst/>
          </a:prstGeom>
          <a:solidFill>
            <a:srgbClr val="162438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42316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496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2807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composition state, remux final video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337560"/>
            <a:ext cx="4023360" cy="777240"/>
          </a:xfrm>
          <a:prstGeom prst="rect">
            <a:avLst/>
          </a:prstGeom>
          <a:solidFill>
            <a:srgbClr val="162438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337560"/>
            <a:ext cx="64008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410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3721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full story script from LLM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snapshot history · SQLite checkpointer · Revert any version from UI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420624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68580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" y="850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877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stored project IDs, state &amp; video paths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420624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68580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801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/api/status/{project_id}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1353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status, errors, latest artifacts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755648"/>
            <a:ext cx="8412480" cy="420624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755648"/>
            <a:ext cx="68580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75564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" y="1801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/api/stream/{project_id}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for live progress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231136"/>
            <a:ext cx="8412480" cy="420624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231136"/>
            <a:ext cx="685800" cy="42062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3113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" y="22768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/api/run/phase1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2304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Phase 1 with a user prompt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706624"/>
            <a:ext cx="8412480" cy="420624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706624"/>
            <a:ext cx="685800" cy="42062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0662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" y="2752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/api/run/phase2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27797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Phase 2 for an existing project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182112"/>
            <a:ext cx="8412480" cy="420624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182112"/>
            <a:ext cx="685800" cy="42062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8211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/api/run/phase3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3255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Phase 3 for an existing project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657600"/>
            <a:ext cx="8412480" cy="420624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657600"/>
            <a:ext cx="685800" cy="42062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6576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/api/run/full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all phases sequentially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133088"/>
            <a:ext cx="8412480" cy="420624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133088"/>
            <a:ext cx="685800" cy="42062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1330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5568" y="4178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/api/edit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natural-language edit request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608576"/>
            <a:ext cx="8412480" cy="420624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4608576"/>
            <a:ext cx="685800" cy="42062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60857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5568" y="4654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/api/edit/undo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14800" y="4681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to a previous snapshot version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Results (proj_601cadb0)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state JSON with validated characters &amp; scenes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910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audio output with timing manifest and scene mixes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Composited MP4 video with optional subtitle burn-in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edit requests with state snapshots and undo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36576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44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364992"/>
            <a:ext cx="4023360" cy="3657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4728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924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Agent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5478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validation &amp; normalization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803904"/>
            <a:ext cx="4023360" cy="3657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88620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313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Agent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9867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manifest &amp; asset generation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242816"/>
            <a:ext cx="4023360" cy="3657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32511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702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Agent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4256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creation &amp; output path verification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364992"/>
            <a:ext cx="4023360" cy="3657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44728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3924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Classifier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5478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intent classification accuracy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803904"/>
            <a:ext cx="4023360" cy="365760"/>
          </a:xfrm>
          <a:prstGeom prst="rect">
            <a:avLst/>
          </a:prstGeom>
          <a:solidFill>
            <a:srgbClr val="162438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88620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8313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9867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creation &amp; revert behaviour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114800" cy="502920"/>
          </a:xfrm>
          <a:prstGeom prst="rect">
            <a:avLst/>
          </a:prstGeom>
          <a:solidFill>
            <a:srgbClr val="162438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Drift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+ repair prompts to enforce JSON structure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4114800" cy="502920"/>
          </a:xfrm>
          <a:prstGeom prst="rect">
            <a:avLst/>
          </a:prstGeom>
          <a:solidFill>
            <a:srgbClr val="162438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801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Alignment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025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Speaker-turn segmentation for consistent timing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340864"/>
            <a:ext cx="4114800" cy="502920"/>
          </a:xfrm>
          <a:prstGeom prst="rect">
            <a:avLst/>
          </a:prstGeom>
          <a:solidFill>
            <a:srgbClr val="162438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3682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Visual Consistency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694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gender + aligned visual descriptors to voices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4114800" cy="502920"/>
          </a:xfrm>
          <a:prstGeom prst="rect">
            <a:avLst/>
          </a:prstGeom>
          <a:solidFill>
            <a:srgbClr val="162438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935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 Balance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136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gain controls + debug logging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4114800" cy="502920"/>
          </a:xfrm>
          <a:prstGeom prst="rect">
            <a:avLst/>
          </a:prstGeom>
          <a:solidFill>
            <a:srgbClr val="162438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502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Safety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lookups + targeted asset deletion to avoid full reruns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2161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visual variety: multiple images &amp; scene transitions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783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lip-sync &amp; face-detection fallbacks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3500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edit intents: pacing, camera motion, subtitle styling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9169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installer for easy deployment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48386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for story coherence &amp; A/V sync quality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Animated Video Generation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377440"/>
            <a:ext cx="27432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606040"/>
            <a:ext cx="1737360" cy="438912"/>
          </a:xfrm>
          <a:prstGeom prst="rect">
            <a:avLst/>
          </a:prstGeom>
          <a:solidFill>
            <a:srgbClr val="162438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Pipeline Phases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2606040"/>
            <a:ext cx="1737360" cy="438912"/>
          </a:xfrm>
          <a:prstGeom prst="rect">
            <a:avLst/>
          </a:prstGeom>
          <a:solidFill>
            <a:srgbClr val="162438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606040"/>
            <a:ext cx="1737360" cy="438912"/>
          </a:xfrm>
          <a:prstGeom prst="rect">
            <a:avLst/>
          </a:prstGeom>
          <a:solidFill>
            <a:srgbClr val="162438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+ Undo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2606040"/>
            <a:ext cx="1737360" cy="438912"/>
          </a:xfrm>
          <a:prstGeom prst="rect">
            <a:avLst/>
          </a:prstGeom>
          <a:solidFill>
            <a:srgbClr val="162438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·  Abdul Momin  ·  Hamza Naveed  ·  Maaz Ali  ·  Huzaifa Nasir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Semester Project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Animated Video Generation System</dc:title>
  <dc:subject>PptxGenJS Presentation</dc:subject>
  <dc:creator>PptxGenJS</dc:creator>
  <cp:lastModifiedBy>PptxGenJS</cp:lastModifiedBy>
  <cp:revision>19</cp:revision>
  <dcterms:created xsi:type="dcterms:W3CDTF">2026-05-05T18:06:23Z</dcterms:created>
  <dcterms:modified xsi:type="dcterms:W3CDTF">2026-05-05T18:30:10Z</dcterms:modified>
</cp:coreProperties>
</file>